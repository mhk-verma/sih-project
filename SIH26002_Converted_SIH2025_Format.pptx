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Problem Statement ID – SIH26002</a:t>
            </a:r>
            <a:endParaRPr lang="en-US" dirty="0"/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t>IDEA TITLE</a:t>
            </a:r>
            <a:br/>
            <a:r>
              <a:t>From road-risk signals to an actionable logistics decision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t>Proposed Solution</a:t>
            </a:r>
            <a:br/>
            <a:r>
              <a:t>THE GAP: Disruption data is fragmented</a:t>
            </a:r>
            <a:br/>
            <a:r>
              <a:t>• Flood / landslide risk</a:t>
            </a:r>
            <a:br/>
            <a:r>
              <a:t>• Road accessibility  </a:t>
            </a:r>
            <a:br/>
            <a:r>
              <a:t>• Vehicle movement</a:t>
            </a:r>
            <a:br/>
            <a:r>
              <a:t>• Field reports</a:t>
            </a:r>
            <a:br/>
            <a:br/>
            <a:r>
              <a:t>OUR SOLUTION:</a:t>
            </a:r>
            <a:br/>
            <a:r>
              <a:t>01 Sense - Rain + terrain + incidents</a:t>
            </a:r>
            <a:br/>
            <a:r>
              <a:t>02 Predict - Road risk score</a:t>
            </a:r>
            <a:br/>
            <a:r>
              <a:t>03 Route - Safer alternative</a:t>
            </a:r>
            <a:br/>
            <a:r>
              <a:t>04 Act - Alert + field update</a:t>
            </a:r>
            <a:br/>
            <a:br/>
            <a:r>
              <a:t>WHY IT STANDS OUT:</a:t>
            </a:r>
            <a:br/>
            <a:r>
              <a:t>• NER-specific Terrain-aware logistics intelligence</a:t>
            </a:r>
            <a:br/>
            <a:r>
              <a:t>• Explainable AI - Risk score with key contributing factors</a:t>
            </a:r>
            <a:br/>
            <a:r>
              <a:t>• Offline-first - Field reports work during low connectivity</a:t>
            </a:r>
            <a:br/>
            <a:r>
              <a:t>• Actionable - Prediction → route → alert, not just a map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t>Technologies to be used</a:t>
            </a:r>
            <a:br/>
            <a:r>
              <a:t>DATA SOURCES: Rainfall, Terrain/slope, Historical incidents, Field reports</a:t>
            </a:r>
            <a:br/>
            <a:r>
              <a:t>INTELLIGENCE LAYER: Risk Engine (Random Forest + rule fallback), GIS + Routing (PostGIS + Dijkstra/A*), Offline Sync (PWA + IndexedDB queue), Alerts (Role-based notifications)</a:t>
            </a:r>
            <a:br/>
            <a:r>
              <a:t>USER EXPERIENCE: Live risk map, Safer route, Vehicle view, Officer report</a:t>
            </a:r>
            <a:br/>
            <a:br/>
            <a:r>
              <a:t>TECH STACK:</a:t>
            </a:r>
            <a:br/>
            <a:r>
              <a:t>• React + Tailwind (Frontend)</a:t>
            </a:r>
            <a:br/>
            <a:r>
              <a:t>• FastAPI + Python (Backend)</a:t>
            </a:r>
            <a:br/>
            <a:r>
              <a:t>• PostgreSQL + PostGIS (Database)</a:t>
            </a:r>
            <a:br/>
            <a:r>
              <a:t>• scikit-learn (ML)</a:t>
            </a:r>
            <a:br/>
            <a:r>
              <a:t>• Leaflet / OSM (GIS)</a:t>
            </a:r>
            <a:br/>
            <a:r>
              <a:t>• PWA / IndexedDB (Offline)</a:t>
            </a:r>
            <a:br/>
            <a:r>
              <a:t>• REST APIs (Integration)</a:t>
            </a:r>
            <a:br/>
            <a:br/>
            <a:r>
              <a:t>Methodology and process for implementation</a:t>
            </a:r>
            <a:br/>
            <a:r>
              <a:t>Modular architecture built for a working MVP with clear separation of concerns. Risk prediction engine uses Random Forest classifier with rule-based fallback. GIS integration with Leaflet.js and OpenStreetMap. Offline-first PWA with IndexedDB for field reporting in low-connectivity areas.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t>Analysis of the feasibility of the idea</a:t>
            </a:r>
            <a:br/>
            <a:r>
              <a:t>Build the core, validate the workflow, then scale</a:t>
            </a:r>
            <a:br/>
            <a:br/>
            <a:r>
              <a:t>DATA: Open + simulated data - Prototype with realistic sample NER data; design APIs for future authorized feeds</a:t>
            </a:r>
            <a:br/>
            <a:r>
              <a:t>AI: Explainable, not overbuilt - Random Forest risk model + rule fallback keeps the MVP fast and defensible</a:t>
            </a:r>
            <a:br/>
            <a:r>
              <a:t>CONNECTIVITY: Offline-first reporting - Queue incident reports locally and sync automatically when the network returns</a:t>
            </a:r>
            <a:br/>
            <a:r>
              <a:t>SCALE: Modular architecture - Add districts, users, data sources and alerts without redesigning the core</a:t>
            </a:r>
            <a:br/>
            <a:br/>
            <a:r>
              <a:t>MVP FOR SIH:</a:t>
            </a:r>
            <a:br/>
            <a:r>
              <a:t>• 3–4 sample NER districts</a:t>
            </a:r>
            <a:br/>
            <a:r>
              <a:t>• Risk API</a:t>
            </a:r>
            <a:br/>
            <a:r>
              <a:t>• GIS map</a:t>
            </a:r>
            <a:br/>
            <a:r>
              <a:t>• Safer routing</a:t>
            </a:r>
            <a:br/>
            <a:r>
              <a:t>• Offline report</a:t>
            </a:r>
            <a:br/>
            <a:r>
              <a:t>• Vehicle + alert demo</a:t>
            </a:r>
            <a:br/>
            <a:r>
              <a:t>→ One complete story, end to end</a:t>
            </a:r>
            <a:br/>
            <a:br/>
            <a:r>
              <a:t>Potential challenges and risks</a:t>
            </a:r>
            <a:br/>
            <a:r>
              <a:t>Limited live government data access, network connectivity issues in remote NER areas</a:t>
            </a:r>
            <a:br/>
            <a:br/>
            <a:r>
              <a:t>Strategies for overcoming these challenges</a:t>
            </a:r>
            <a:br/>
            <a:r>
              <a:t>Use realistic simulated data with clear labeling; architecture ready for authorized integrations. Offline-first design ensures functionality during network outages.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t>Potential impact on the target audience</a:t>
            </a:r>
            <a:br/>
            <a:r>
              <a:t>Turn fragmented information into faster logistics decisions</a:t>
            </a:r>
            <a:br/>
            <a:br/>
            <a:r>
              <a:t>Benefits of the solution (social, economic, environmental, etc.)</a:t>
            </a:r>
            <a:br/>
            <a:r>
              <a:t>ONE PLATFORM: Predict risk • Protect routes • Move essentials • Keep field teams connected</a:t>
            </a:r>
            <a:br/>
            <a:br/>
            <a:r>
              <a:t>DISTRICT / DISASTER TEAMS: See high-risk road segments and field updates</a:t>
            </a:r>
            <a:br/>
            <a:r>
              <a:t>LOGISTICS OPERATORS: Choose safer routes and monitor essential-goods movement</a:t>
            </a:r>
            <a:br/>
            <a:r>
              <a:t>FIELD OFFICERS: Report incidents offline with GPS + evidence</a:t>
            </a:r>
            <a:br/>
            <a:r>
              <a:t>PUBLIC / PARTNERS: Receive targeted, role-based disruption information</a:t>
            </a:r>
            <a:br/>
            <a:br/>
            <a:r>
              <a:t>DEMO SUCCESS METRICS:</a:t>
            </a:r>
            <a:br/>
            <a:r>
              <a:t>• Risk response &lt; 2 sec</a:t>
            </a:r>
            <a:br/>
            <a:r>
              <a:t>• Route recompute &lt; 2 sec</a:t>
            </a:r>
            <a:br/>
            <a:r>
              <a:t>• Offline sync 100% queued</a:t>
            </a:r>
            <a:br/>
            <a:r>
              <a:t>• Explainability - Top factors</a:t>
            </a:r>
            <a:br/>
            <a:br/>
            <a:r>
              <a:t>Expected outcome: Faster identification → better route decisions → fewer avoidable logistics delays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t>Details / Links of the reference and research work</a:t>
            </a:r>
            <a:br/>
            <a:r>
              <a:t>01 MDoNER / NESIDS / PM-DevINE Programme context for North-East infrastructure and development</a:t>
            </a:r>
            <a:br/>
            <a:r>
              <a:t>02 AIKosh Open project data useful for prototype datasets and analytics</a:t>
            </a:r>
            <a:br/>
            <a:r>
              <a:t>03 Bhuvan / ISRO Geospatial context and terrain-related data sources</a:t>
            </a:r>
            <a:br/>
            <a:r>
              <a:t>04 Geological Survey of India Landslide and hazard context for risk modelling</a:t>
            </a:r>
            <a:br/>
            <a:r>
              <a:t>05 OpenStreetMap + SRTM Road network + elevation inputs for routing and terrain features</a:t>
            </a:r>
            <a:br/>
            <a:br/>
            <a:r>
              <a:t>DATA INTEGRITY: Prototype ≠ live government system</a:t>
            </a:r>
            <a:br/>
            <a:r>
              <a:t>Where granular live data is unavailable, the demo uses realistic simulated inputs.</a:t>
            </a:r>
            <a:br/>
            <a:r>
              <a:t>The architecture remains ready for authorized integrations.</a:t>
            </a:r>
            <a:br/>
            <a:br/>
            <a:r>
              <a:t>Design Principles:</a:t>
            </a:r>
            <a:br/>
            <a:r>
              <a:t>✓ Explainable decisions</a:t>
            </a:r>
            <a:br/>
            <a:r>
              <a:t>✓ Human approval for critical actions</a:t>
            </a:r>
            <a:br/>
            <a:r>
              <a:t>✓ Role-based access</a:t>
            </a:r>
            <a:br/>
            <a:r>
              <a:t>✓ Modular, auditable APIs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